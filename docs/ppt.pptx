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ADA6-168F-0C47-975C-76397C193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708D4-4379-5A45-A1E2-4A4CA2B2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AD83D-31DA-4048-AC80-E27FA1B8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EB4B-701B-2C44-9FDB-37A32C89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CDB3F-D2F8-304F-BBB7-539C0F50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1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7FE8-553D-E349-9C55-D94BB58B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3A4D2-4EB9-1340-9BEC-71559F2E8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0BB91-BE32-8445-A61B-1BB02BCC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E0DE4-3D03-264A-90BE-747FBC55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3DED-C16A-DF4D-92BD-B4BB00CA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2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8AB2-07E6-254C-B542-0EE8D997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B9B7-F1CE-DB48-BCFD-C7627272F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DEB15-E787-7845-B085-05E93B0D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0FC28-4A1F-4F4D-B4EF-94E36E8A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FA99-7425-CE46-9D56-2CC4204B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8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50C2-5BDB-9F4D-8589-4E5A28A6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8A9D-CB3E-AF4A-A75E-6F5858A80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02A05-8BB7-564A-9E5A-62220AB81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9059E-104D-8042-9EF8-A2807DA8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EF9CE-38AB-B74A-A49E-FB795C83F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F3164-9746-2543-86FF-45E4723C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5FB1-F0E9-4D4C-A59F-B5395DAC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8379-181A-0D40-96C0-25C260FD7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522FC-2EDD-EE4D-AB3C-BE3B02697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1D28C-60D3-7A49-95B9-B588DBA06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59C3E-EF69-D149-A5F9-F2FB6A8F7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97AAC-76A2-C64A-AD29-DF84A950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98365-86E7-2649-91AA-B2473F46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8021D-739C-8A45-BFDD-A62F6D48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8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B26D-F37C-7C4E-8CCA-05D3512E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21675-793D-3446-B35B-2B968800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9646A-348C-814C-B496-4FA880C8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F9D7C-692F-8744-B9E5-0331FF60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4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9A4A34-6AC8-3747-A4F5-693EBABB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52932-CB7F-E542-996A-4D65583D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9E634-92ED-1F49-8329-55D51E4C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3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DC3E-5658-5C41-9195-F5BA5243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D75A-F256-074A-818D-DF8226439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94BB-FAF6-AB43-A50C-EB13DE529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9028C-9C63-D24D-A731-BF5DE9C6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0142D-28E9-AE4B-8514-828F8E21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7AB7F-DFB8-C747-AB59-04C81C09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6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5858-A3A2-A944-A15A-D04A1F7D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5FE09-DB16-5B4A-A09A-A04A1B3BB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4C13F-7866-7A46-B4A8-875BE21D8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9C51C-F4A7-214E-B0D7-963D7A8D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4586A-BD43-EB44-AF04-F34F994A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7B1E7-1994-454A-B412-0E62BEC4E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6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A7BA-CF48-4E42-AD34-14C87175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CC4C9-5C0C-C54D-BEE4-3C1A130F1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E9651-D635-8940-871B-E0E4E3A4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A1666-E8E6-E742-97EF-59F85520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B386-CE75-204F-ABA5-17DE4659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0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CC50E-B7F9-D948-98B9-7BE239082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A2279-93B4-C446-8AD6-BB6A220B6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B11E-969F-6648-BF59-25E6DAFA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9485C-55F2-1D43-94A5-01054039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5B17D-4C5B-5C41-98E1-9A432AD1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3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5F3D8-F9A9-E84F-A32F-5F0230BE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DCEEE-6D7B-C44B-BB2E-C9A97E35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4AD3-0378-CE42-A6C7-3C261A6E9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79A1F-AE2C-3B48-8E06-2EEB1511B4E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763D4-7256-CD48-9407-424DEB1BB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125FF-CC5A-F34E-AFF4-17799A56E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1130B-39F9-BB48-9E79-7712A450A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9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4B34-2675-824B-A860-CD5E8F877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5B73A-39F3-1448-A04B-828B38FCC0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3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Leanne Druhan</dc:creator>
  <cp:lastModifiedBy>Leanne Druhan</cp:lastModifiedBy>
  <cp:revision>1</cp:revision>
  <dcterms:created xsi:type="dcterms:W3CDTF">2020-08-10T02:37:25Z</dcterms:created>
  <dcterms:modified xsi:type="dcterms:W3CDTF">2020-08-10T02:37:50Z</dcterms:modified>
</cp:coreProperties>
</file>